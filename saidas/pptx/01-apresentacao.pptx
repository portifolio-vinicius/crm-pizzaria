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 apresentador:
- Destacar a arquitetura orientada a eventos
- Mencionar a normalização 3FN do banco
- Explicar benefícios do JWT para autenticação
- Falar sobre responsividade mobile-first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2025-06-28T00:20:39Z</dcterms:created>
  <dcterms:modified xsi:type="dcterms:W3CDTF">2025-06-28T00:20:39Z</dcterms:modified>
</cp:coreProperties>
</file>